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1 -- a structured stress programme, not a paragraph. Key finding: margin, not the shock, is what dampens the close-out measure.</a:t>
            </a:r>
          </a:p>
          <a:p/>
          <a:p>
            <a:r>
              <a:t>- Close-out exposure is structurally far less sensitive to instantaneous shocks than the level exposure, because 10-day moves from a margined start are what's being measured</a:t>
            </a:r>
          </a:p>
          <a:p>
            <a:r>
              <a:t>- Product-specific: equity TRS respond only to equity/FX shocks; bond forwards/TRS respond only to rate shocks, exactly as trade structure implies</a:t>
            </a:r>
          </a:p>
          <a:p>
            <a:r>
              <a:t>- Largest close-out move: Stagflation -24%; largest level move: Stagflation +86% for the opposite reason (level exposure keeps the whole MTM at risk)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how we know the engine is right, independent of the headline results themselves.</a:t>
            </a:r>
          </a:p>
          <a:p/>
          <a:p>
            <a:r>
              <a:t>- t=0 self-check: simulated EE(0) equals the directly computed current exposure to 0.0000%</a:t>
            </a:r>
          </a:p>
          <a:p>
            <a:r>
              <a:t>- Delta-normal VaR benchmark: $12.6M (independent method) vs $12.1M from the Monte Carlo P&amp;L distribution, ratio 1.04 -- within the accepted 0.3-1.3x range</a:t>
            </a:r>
          </a:p>
          <a:p>
            <a:r>
              <a:t>- 142 automated tests pass, covering curve fit, GBM martingale property, 1/sqrt(N) error law, negative-rate behaviour, close-out exposure convention, and more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7316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Validated independently: BF_0003's NPV on the spliced curve ($121.3M) lands within 0.4% of repricing it directly on Bloomberg's own zero curve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Licensed Bloomberg data is used only to extend the shape beyond the live futures range -- we never redistribute the raw licensed numbers, only this derived splice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vols, which would need a per-name basis assumption)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directly (vols x1.25/x2 in 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 years balances responsiveness against noise: long enough to average out idiosyncratic single-day jumps, short enough to reflect the current vol regime rather than a decade-old one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same convention is applied to every one of the 37 names, so the cross-section stays comparable rather than mixing proxy quality name by name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modularity: each package has one job and is independently testable (the 142 tests target these modules directly).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reproducibility: every number regenerates from one command per stage (Appendix A10), nothing is one-off or hand-tuned.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743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743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Only 2 parameters (a, sigma) to fit and defend -- fewer than the data (a few years of swaption/yield history) can comfortably support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Industry-standard and well understood, which lowers the model-validation burden for a reviewer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 and slower);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2651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2651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Matches the lognormal vol convention we measure and the market default for equity CCR;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Drifts derived from the martingale condition, not assumed -- verified independently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No unobservable parameters beyond that single vol -- Heston (vol-of-vol), SABR (beta, rho) and jump models all need inputs we don't have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Keeps paths exactly rescalable under a spot bump, which is what later makes equity/FX Greeks ~100x cheaper than naive resimulation (Section 6)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2918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2918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Confirmed by three independent real data sources (daily OIS history, 52 years of JGB yields, a 2026 swaption cube), every one giving a negative fitted a -- not a one-off artifact of noisy data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negative a was rejected outright: it would make the simulated short rate diverge over the horizon, which is both numerically unstable and economically meaningless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single Gaussian factor cannot produce the observed shape; a=0.001 (the Ho-Lee limit, flat vol across tenors) is the closest a one-factor model can get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lower bound keeps the model fully analytic and negative-rate capable, so no other part of the engine needs to change to accommodate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Call RMSE vs PR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PFE99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PFE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03120"/>
            <a:ext cx="402336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2103120"/>
            <a:ext cx="44450" cy="1828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21284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78608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the deciding factor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Negligible extra cost over pseudo-random -- ~40 factors is cheap next to repricing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Stratifies every marginal so tails are sampled, unlike Sobol's joint-distribution assumptions</a:t>
            </a:r>
          </a:p>
        </p:txBody>
      </p:sp>
      <p:pic>
        <p:nvPicPr>
          <p:cNvPr id="12" name="Picture 11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23360"/>
            <a:ext cx="6400800" cy="23118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023360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N=5,000 keeps a full reporting run to ~8 minutes on 8 cores -- practical for routine, repeated use, not just a one-off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Three tiers (1k/5k/10k) match three real use cases -- iteration, standard reporting, limit sign-off -- rather than one setting for everything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309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1104138"/>
                <a:gridCol w="1104138"/>
                <a:gridCol w="1104138"/>
                <a:gridCol w="110413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78892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8254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60527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371600"/>
          <a:ext cx="5212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2971800"/>
            <a:ext cx="5212080" cy="37033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971800"/>
            <a:ext cx="44450" cy="37033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81528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47288"/>
            <a:ext cx="48920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-3% on the headline doesn't justify 3 extra parameters (2 vs 5)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HW1F calibrates to the forward-looking swaption cube; G2++ fits realised covariance only, with just 616 days of data to pin down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fewer parameters means less to validate and govern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Model risk here is dominated by equity volatility and rate-equity dependence, not rate-model choice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 is already implemented, calibrated and left selectable (rates_model='g2pp') -- defaulting to 1F is a reversible choice, not a one-way door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621536"/>
                <a:gridCol w="1621536"/>
                <a:gridCol w="162153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Works as black box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Covers quantiles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independent draws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but 282x noisier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CRN (used)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cost measured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Pathwise (eq/FX check)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~1000x faster, eq/FX only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Adjoint (not adopted)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6B728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3-5x one valuation -- needs differentiable pricers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69164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103120"/>
            <a:ext cx="411480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10312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128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78608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282x lower estimator noise at zero extra simulation cost -- same number of paths, just reused random numbers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Generalises automatically to every new risk factor (e.g. the JPY factor) without new Greeks code</a:t>
            </a:r>
          </a:p>
        </p:txBody>
      </p:sp>
      <p:pic>
        <p:nvPicPr>
          <p:cNvPr id="13" name="Picture 12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931920" cy="23931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Cost per Greeks method, measured at N=300, 8 cores.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566160"/>
            <a:ext cx="6583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82 of 91 total factor bumps (equity+FX) cost 88s total via exact GBM path rescaling -- vs ~8,166s naive resimulation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Rate/vol bumps still need resimulation (~109s each, 13 needed) -- the exact analytic rate Greek (feedback item 7, next section) removes even that cost for curve-only bumps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331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331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par-instrument pillars are the curve's own construction instruments (SOFR futures + Bloomberg long end) -- bumping them is the sensitivity a trader would actually hedge against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SA-CVA interest-rate delta uses the same tenor bucketing -- the old grid would have misallocated regulatory capital by tenor in exactly the same way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Stress Testing: Close-Out MPE99 Moves at Most -24% / +23%, Level Moves Up to +86%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120638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79"/>
                <a:gridCol w="1554479"/>
              </a:tblGrid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120640" cy="24263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63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Close-out PFE99 ratio to base, by scenario, through the first year -- margin dampens the shock.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5943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13 scenarios total: 8 round-number hypothetical + 5 historical replays (2020 crash, 2022 rate spike, 2024 yen surge, and newly added 2008 GFC, 2015 China deval. -- see Appendix A3)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Each scenario is a full Monte Carlo re-run from the shocked state, with the same random numbers as the base case -- so the difference is the shock, not sampling noise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Flight-to-quality and stagflation apply the same equity shock with opposite rate shocks -- CPTY_A/B move similarly in both; CPTY_C moves oppositely because a 22-year bond gains duration value as yields fall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Validation: Self-Check to 0.0000%, Martingale Tests, and a 1.04x VaR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Each check isolates one layer of the engine (paths, pricing, calibration, aggregation) so a failure points directly at where to look. Validation rests on independent methods -- parametric VaR, hand-calculated analytic bond prices, and martingale conditions derived from first principles -- not circular checks of the engine against itself.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